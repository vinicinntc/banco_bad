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3" d="100"/>
          <a:sy n="153" d="100"/>
        </p:scale>
        <p:origin x="41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78398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 com erros: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quebrado ao funcional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91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D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Server (T-SQL) · Banco PJ (futebol) · 23 erros encontrados e corrigidos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77440"/>
            <a:ext cx="13716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057400" y="237744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Introdução, para que serve o banco e tabela Jogador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34640"/>
            <a:ext cx="13716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2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057400" y="283464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Fundamentos (CREATE TABLE e tipos) e tabela Clube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91840"/>
            <a:ext cx="13716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3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057400" y="329184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KEY e IDENTITY e tabela Estadio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749040"/>
            <a:ext cx="13716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4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057400" y="374904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Partida e relação entre as tabelas (JOIN)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06240"/>
            <a:ext cx="1371600" cy="3657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5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057400" y="420624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Campeonato, script rodando e conclusão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 serve o banco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0040"/>
            <a:ext cx="2286000" cy="411480"/>
          </a:xfrm>
          <a:prstGeom prst="rect">
            <a:avLst/>
          </a:prstGeom>
          <a:solidFill>
            <a:srgbClr val="2F6FD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1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4937760" cy="27432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Tabela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guarda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Campeonato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competições (times, rodadas, rebaixados)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Clube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 times (nome, fundação, estádio)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Estadio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 locais dos jogos (cidade, capacidade)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Jogador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 atletas (camisa, altura, pé preferido)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Partida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Cada jogo (data, árbitro, gols)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0" y="10972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F6F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conectam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669280" y="150876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campeonato tem vários clubes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clube tem um estádio e vários jogadores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partida liga dois clubes dentro de um campeonato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solidFill>
            <a:srgbClr val="E8F0FD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do Campeonato: Serie A e Serie B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Jogador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0040"/>
            <a:ext cx="2286000" cy="411480"/>
          </a:xfrm>
          <a:prstGeom prst="rect">
            <a:avLst/>
          </a:prstGeom>
          <a:solidFill>
            <a:srgbClr val="2F6FD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1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40233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Depois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era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--CREATE DATABASE PJ;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DATABASE PJ;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Criação do banco estava comentada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 TABLE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TABLE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Erro de digitação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IdJogador PRIMARY KEY IDENTITY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IdJogador INT PRIMARY KEY IDENTITY(1,1),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Faltava tipo, (1,1) e a vírgula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VARCHAR(20,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VARCHAR(20),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Parêntese não fechado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VARCHAR((10)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VARCHAR(10)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Parêntese sobrando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)  (sem ponto e vírgula)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);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Comando não terminado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CREATE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(linha removida)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Palavra solta entre os comandos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Fundamentos do CREATE TABLE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0040"/>
            <a:ext cx="2286000" cy="411480"/>
          </a:xfrm>
          <a:prstGeom prst="rect">
            <a:avLst/>
          </a:prstGeom>
          <a:solidFill>
            <a:srgbClr val="2F6FD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F6F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4023360" cy="1828800"/>
          </a:xfrm>
          <a:prstGeom prst="rect">
            <a:avLst/>
          </a:prstGeom>
          <a:solidFill>
            <a:srgbClr val="F1F3F7"/>
          </a:solidFill>
          <a:ln/>
        </p:spPr>
        <p:txBody>
          <a:bodyPr wrap="square" lIns="101600" tIns="101600" rIns="101600" bIns="10160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Nome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coluna1 TIPO,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coluna2 TIPO,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ultima  TIPO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747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Vírgula entre as colunas, menos na última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com ponto e vírgula (;)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coluna tem um único tipo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0972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F6F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Tipos de dados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463040"/>
          <a:ext cx="3931920" cy="18288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 que serve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Números inteiros (ids, idade, gols)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VARCHAR(n)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Texto de até n caracteres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DATETIME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e hora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754880" y="347472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 não recebe tamanho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VARCHAR(n), n é número positivo, sem aspas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Clube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0040"/>
            <a:ext cx="2286000" cy="411480"/>
          </a:xfrm>
          <a:prstGeom prst="rect">
            <a:avLst/>
          </a:prstGeom>
          <a:solidFill>
            <a:srgbClr val="2F6FD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2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301752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Depois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era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TALE (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TABLE Clube (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TABLE escrito errado e sem nome da tabela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IdClube INT PRIMARY IDENTITY,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IdClube INT PRIMARY KEY IDENTITY(1,1),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Faltavam KEY e o (1,1)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VARCHAR('20')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VARCHAR(20)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Aspas no tamanho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Nacao 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Nacao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Letra solta: nome de coluna com espaço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VARCHAR(2000...0)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VARCHAR(30)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Tamanho absurdo (máx. 8000 ou MAX)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tabela guarda os IDs de Campeonato, Estadio e Afiliado.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KEY e IDENTITY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0040"/>
            <a:ext cx="2286000" cy="411480"/>
          </a:xfrm>
          <a:prstGeom prst="rect">
            <a:avLst/>
          </a:prstGeom>
          <a:solidFill>
            <a:srgbClr val="2F6FD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solidFill>
            <a:srgbClr val="F1F3F7"/>
          </a:solidFill>
          <a:ln/>
        </p:spPr>
        <p:txBody>
          <a:bodyPr wrap="square" lIns="101600" tIns="101600" rIns="101600" bIns="10160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IdJogador INT PRIMARY KEY IDENTITY(1,1)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202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F6F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KEY (chave primária)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33172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 cada linha de forma única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pode repetir nem ficar vazia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São duas palavras juntas: PRIMARY KEY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9202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F6F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IDENTITY(1,1) (autoincremento)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233172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SQL Server gera o valor sozinho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1: valor inicial. Segundo 1: de quanto em quanto aumenta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Sequência: 1, 2, 3...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solidFill>
            <a:srgbClr val="E8F0FD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NULL deixa a coluna aceitar vazio. -- comenta o resto da linha.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Estadio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0040"/>
            <a:ext cx="2286000" cy="411480"/>
          </a:xfrm>
          <a:prstGeom prst="rect">
            <a:avLst/>
          </a:prstGeom>
          <a:solidFill>
            <a:srgbClr val="2F6FD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3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15087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Depois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era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IdEstadio INT KEY IDENTITY,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IdEstadio INT PRIMARY KEY IDENTITY(1,1),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Faltava PRIMARY e o (1,1)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Nome VARCHAR(-60)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Nome VARCHAR(60)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Tamanho negativo não existe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Atenção: Fundacao INT (ano de fundação) não é erro, só um campo com o ano.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Partida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0040"/>
            <a:ext cx="2286000" cy="411480"/>
          </a:xfrm>
          <a:prstGeom prst="rect">
            <a:avLst/>
          </a:prstGeom>
          <a:solidFill>
            <a:srgbClr val="2F6FD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4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25146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Depois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era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TABLE Estadio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TABLE Partida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Nome repetido: Estadio já existia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IdClubeCasa INT CREATE,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IdClubeCasa INT,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Palavra solta no meio da coluna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GolsCasa INT, GolsCasa INT,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GolsCasa INT, GolsFora INT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Coluna duplicada: nome repetido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''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(linha removida)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Aspas soltas entre os comandos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de corrigir o nome, o erro de 'tabela já existe' some.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entre as tabelas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0040"/>
            <a:ext cx="2286000" cy="411480"/>
          </a:xfrm>
          <a:prstGeom prst="rect">
            <a:avLst/>
          </a:prstGeom>
          <a:solidFill>
            <a:srgbClr val="2F6FD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Colunas como IdClube e IdEstadio guardam o Id de outra tabela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FOREIGN KEY garante que esse Id existe na tabela de origem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JOIN juntamos as tabelas numa consulta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03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F6F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Chave estrangeira (dentro do CREATE TABLE)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68880"/>
            <a:ext cx="8229600" cy="685800"/>
          </a:xfrm>
          <a:prstGeom prst="rect">
            <a:avLst/>
          </a:prstGeom>
          <a:solidFill>
            <a:srgbClr val="F1F3F7"/>
          </a:solidFill>
          <a:ln/>
        </p:spPr>
        <p:txBody>
          <a:bodyPr wrap="square" lIns="101600" tIns="101600" rIns="101600" bIns="10160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IdClube INT,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CONSTRAINT FK_Jogador_Clube FOREIGN KEY (IdClube) REFERENCES Clube(IdClube)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F6F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JOIN: resultado de cada partida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611880"/>
            <a:ext cx="8229600" cy="868680"/>
          </a:xfrm>
          <a:prstGeom prst="rect">
            <a:avLst/>
          </a:prstGeom>
          <a:solidFill>
            <a:srgbClr val="F1F3F7"/>
          </a:solidFill>
          <a:ln/>
        </p:spPr>
        <p:txBody>
          <a:bodyPr wrap="square" lIns="101600" tIns="101600" rIns="101600" bIns="10160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casa.Nome, p.GolsCasa, p.GolsFora, fora.Nome FROM Partida p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Clube casa ON casa.IdClube = p.IdClubeCasa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Clube fora ON fora.IdClube = p.IdClubeVisitante;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solidFill>
            <a:srgbClr val="E8F0FD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Auto-relações: </a:t>
            </a:r>
            <a:r>
              <a:rPr lang="en-US" sz="1200" dirty="0" err="1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IdAfiliado</a:t>
            </a:r>
            <a:r>
              <a:rPr lang="en-US" sz="12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(Clube </a:t>
            </a:r>
            <a:r>
              <a:rPr lang="en-US" sz="1200" dirty="0" err="1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parceiro</a:t>
            </a:r>
            <a:r>
              <a:rPr lang="en-US" sz="12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e IdSuperior/IdInferior (</a:t>
            </a:r>
            <a:r>
              <a:rPr lang="en-US" sz="120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divisões)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Campeonato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0040"/>
            <a:ext cx="2286000" cy="411480"/>
          </a:xfrm>
          <a:prstGeom prst="rect">
            <a:avLst/>
          </a:prstGeom>
          <a:solidFill>
            <a:srgbClr val="2F6FD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5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201168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Depois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era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IdCampeonato INT PRIMARY KEY,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IdCampeonato INT PRIMARY KEY IDENTITY(1,1),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Faltava IDENTITY; Partida e Clube usam esse ID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NumeroTimes INT(8;),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NumeroTimes INT,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 não recebe tamanho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Rodadas INT INT,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Rodadas INT,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escrito duas vezes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 corrigido rodando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0040"/>
            <a:ext cx="2286000" cy="411480"/>
          </a:xfrm>
          <a:prstGeom prst="rect">
            <a:avLst/>
          </a:prstGeom>
          <a:solidFill>
            <a:srgbClr val="2F6FDE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F6F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executamos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02705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 o SQL Server Management Studio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Colar Banco_PJ_completo.sql e executar (F5)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banco PJ é criado do zero (CREATE DATABASE)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5 tabelas são criadas já com as chaves estrangeiras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inserts da Série A e B entram no mesmo script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Conferir com os SELECT no final do arquivo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10972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F6F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Tipos de erro que encontramos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08760"/>
          <a:ext cx="3931920" cy="2389632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Digitação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CREAT, TALE, INT INT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Palavras soltas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CREATE CREATE, aspas ''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Parênteses e aspas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VARCHAR(20, / ((10) / '20'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Falta de palavra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PRIMARY KEY, IDENTITY(1,1), vírgula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Valores inválidos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VARCHAR(-60), tamanho gigante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Nomes repetidos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Estadio 2x, GolsCasa 2x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Resultado: 5 tabelas, chaves estrangeiras e dados de teste.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1011</Words>
  <Application>Microsoft Office PowerPoint</Application>
  <PresentationFormat>Apresentação na tela (16:9)</PresentationFormat>
  <Paragraphs>205</Paragraphs>
  <Slides>11</Slides>
  <Notes>11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4" baseType="lpstr">
      <vt:lpstr>Arial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vinicin</cp:lastModifiedBy>
  <cp:revision>6</cp:revision>
  <dcterms:created xsi:type="dcterms:W3CDTF">2026-10-05T02:47:55Z</dcterms:created>
  <dcterms:modified xsi:type="dcterms:W3CDTF">2026-10-05T20:03:00Z</dcterms:modified>
</cp:coreProperties>
</file>