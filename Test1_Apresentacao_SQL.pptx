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Banco de dados com erros: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quebrado ao funcional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6916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Server (T-SQL) · Banco PJ (futebol) · 23 erros encontrados e corrigidos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377440"/>
            <a:ext cx="1371600" cy="36576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Pessoa 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2057400" y="2377440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Criação do banco + tabela Jogador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834640"/>
            <a:ext cx="1371600" cy="36576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Pessoa 2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2057400" y="2834640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Tabela Clube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291840"/>
            <a:ext cx="1371600" cy="36576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Pessoa 3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2057400" y="3291840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Tabela Estadio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749040"/>
            <a:ext cx="1371600" cy="36576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Pessoa 4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2057400" y="3749040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Tabela Partida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206240"/>
            <a:ext cx="1371600" cy="36576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Pessoa 5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2057400" y="4206240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Tabela Campeonato + script final e conclusão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Tabela Jogador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400800" y="320040"/>
            <a:ext cx="2286000" cy="411480"/>
          </a:xfrm>
          <a:prstGeom prst="rect">
            <a:avLst/>
          </a:prstGeom>
          <a:solidFill>
            <a:srgbClr val="2F6FD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Pessoa 1</a:t>
            </a:r>
            <a:endParaRPr lang="en-US" sz="13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834640"/>
                <a:gridCol w="265176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Antes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Depois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 que era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--CREATE DATABASE PJ;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CREATE DATABASE PJ;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Criação do banco estava comentada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CREAT TABLE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CREATE TABLE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Erro de digitação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IdJogador PRIMARY KEY IDENTITY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IdJogador INT PRIMARY KEY IDENTITY(1,1),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Faltava tipo, (1,1) e a vírgula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VARCHAR(20,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VARCHAR(20),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Parêntese não fechado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VARCHAR((10)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VARCHAR(10)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Parêntese sobrando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)  (sem ponto e vírgula)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);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Comando não terminado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CREATE CREATE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(linha removida)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Palavra solta entre os comandos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Tabela Clube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400800" y="320040"/>
            <a:ext cx="2286000" cy="411480"/>
          </a:xfrm>
          <a:prstGeom prst="rect">
            <a:avLst/>
          </a:prstGeom>
          <a:solidFill>
            <a:srgbClr val="2F6FD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Pessoa 2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834640"/>
                <a:gridCol w="265176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Antes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Depois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 que era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CREATE TALE (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CREATE TABLE Clube (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TABLE escrito errado e sem nome da tabela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IdClube INT PRIMARY IDENTITY,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IdClube INT PRIMARY KEY IDENTITY(1,1),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Faltavam KEY e o (1,1)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VARCHAR('20')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VARCHAR(20)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Aspas no tamanho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Nacao o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Nacao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Letra solta: nome de coluna com espaço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VARCHAR(2000...0)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VARCHAR(30)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Tamanho absurdo (máx. 8000 ou MAX)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 tabela guarda os IDs de Campeonato, Estadio e Afiliado.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Tabela Estadio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400800" y="320040"/>
            <a:ext cx="2286000" cy="411480"/>
          </a:xfrm>
          <a:prstGeom prst="rect">
            <a:avLst/>
          </a:prstGeom>
          <a:solidFill>
            <a:srgbClr val="2F6FD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Pessoa 3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834640"/>
                <a:gridCol w="265176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Antes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Depois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 que era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IdEstadio INT KEY IDENTITY,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IdEstadio INT PRIMARY KEY IDENTITY(1,1),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Faltava PRIMARY e o (1,1)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Nome VARCHAR(-60)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Nome VARCHAR(60)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Tamanho negativo não existe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Atenção: Fundacao INT (ano de fundação) não é erro, só um campo com o ano.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Tabela Partida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400800" y="320040"/>
            <a:ext cx="2286000" cy="411480"/>
          </a:xfrm>
          <a:prstGeom prst="rect">
            <a:avLst/>
          </a:prstGeom>
          <a:solidFill>
            <a:srgbClr val="2F6FD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Pessoa 4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834640"/>
                <a:gridCol w="265176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Antes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Depois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 que era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CREATE TABLE Estadio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CREATE TABLE Partida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Nome repetido: Estadio já existia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IdClubeCasa INT CREATE,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IdClubeCasa INT,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Palavra solta no meio da coluna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GolsCasa INT, GolsCasa INT,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GolsCasa INT, GolsFora INT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Coluna duplicada: nome repetido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''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(linha removida)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Aspas soltas entre os comandos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Depois de corrigir o nome, o erro de 'tabela já existe' some.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Tabela Campeonato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400800" y="320040"/>
            <a:ext cx="2286000" cy="411480"/>
          </a:xfrm>
          <a:prstGeom prst="rect">
            <a:avLst/>
          </a:prstGeom>
          <a:solidFill>
            <a:srgbClr val="2F6FD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Pessoa 5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834640"/>
                <a:gridCol w="265176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Antes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Depois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 que era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IdCampeonato INT PRIMARY KEY,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IdCampeonato INT PRIMARY KEY IDENTITY(1,1),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Faltava IDENTITY; Partida e Clube usam esse ID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NumeroTimes INT(8;),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NumeroTimes INT,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 não recebe tamanho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Rodadas INT INT,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Rodadas INT,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Tipo escrito duas vezes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Script corrigido rodando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400800" y="320040"/>
            <a:ext cx="2286000" cy="411480"/>
          </a:xfrm>
          <a:prstGeom prst="rect">
            <a:avLst/>
          </a:prstGeom>
          <a:solidFill>
            <a:srgbClr val="2F6FD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Pessoa 5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972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6F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executamos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50876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Abrir o SQL Server Management Studio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Colar Banco_PJ_corrigido.sql e executar (F5)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DATABASE PJ e USE PJ rodam primeiro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5 tabelas são criadas sem erro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Conferir: SELECT name FROM sys.tables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754880" y="10972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6F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Tipos de erro que encontramos</a:t>
            </a:r>
            <a:endParaRPr 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508760"/>
          <a:ext cx="393192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4688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Digitação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A64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CREAT, TALE, INT INT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Palavras soltas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A64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CREATE CREATE, aspas ''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Parênteses e aspas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A64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VARCHAR(20, / ((10) / '20'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Falta de palavra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A64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PRIMARY KEY, IDENTITY(1,1), vírgula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Valores inválidos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A64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VARCHAR(-60), tamanho gigante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Nomes repetidos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A64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Estadio 2x, GolsCasa 2x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Resultado: banco PJ criado com 5 tabelas e sem erros.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2026-09-30T19:23:34Z</dcterms:created>
  <dcterms:modified xsi:type="dcterms:W3CDTF">2026-09-30T19:23:34Z</dcterms:modified>
</cp:coreProperties>
</file>