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41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9248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 com erros: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quebrado ao funcional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Server · Banco PJ (futebol) · </a:t>
            </a:r>
            <a:r>
              <a:rPr lang="en-US" sz="1400" dirty="0" err="1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Erros</a:t>
            </a:r>
            <a:r>
              <a:rPr lang="en-US" sz="14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encontrados e corrigidos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57400" y="23774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 do banco + tabela Jogador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46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28346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Clube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32918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Estadio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490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4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37490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Partida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42062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Campeonato + script final e conclusão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Jogador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1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2852201"/>
              </p:ext>
            </p:extLst>
          </p:nvPr>
        </p:nvGraphicFramePr>
        <p:xfrm>
          <a:off x="457200" y="1051560"/>
          <a:ext cx="8229600" cy="4023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--CREATE DATABASE PJ;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DATABASE PJ;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Criação do banco </a:t>
                      </a:r>
                      <a:r>
                        <a:rPr lang="en-US" sz="1100" dirty="0" err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estava</a:t>
                      </a: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</a:t>
                      </a: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comentário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 TABLE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TABLE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 de digitação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IdJogador PRIMARY KEY IDENTITY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IdJogador INT PRIMARY KEY IDENTITY(1,1),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Faltava tipo, (1,1) e a vírgula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VARCHAR(20),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Parêntese não fechado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VARCHAR((10)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VARCHAR(10)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Parêntese sobrando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  (sem ponto e vírgula)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);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Comando não terminado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CREATE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(linha removida)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solta entre os comandos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Clube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2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30175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TALE (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TABLE Clube (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 escrito errado e sem nome da tabela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IdClube INT PRIMARY IDENTITY,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IdClube INT PRIMARY KEY IDENTITY(1,1),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Faltavam KEY e o (1,1)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VARCHAR('20')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Aspas no tamanho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Nacao 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Letra solta: nome de coluna com espaço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VARCHAR(2000...0)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VARCHAR(30)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Tamanho absurdo (máx. 8000 ou MAX)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tabela guarda os IDs de Campeonato, Estadio e Afiliado.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Estadio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3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15087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IdEstadio INT KEY IDENTITY,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IdEstadio INT PRIMARY KEY IDENTITY(1,1),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Faltava PRIMARY e o (1,1)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VARCHAR(-60)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VARCHAR(60)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Tamanho negativo não existe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 2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Atenção: Fundacao INT (ano de fundação) não é erro, só um campo com o ano.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Partida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4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5146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TABLE Estadio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TABLE Partida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Nome repetido: Estadio já existia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IdClubeCasa INT CREATE,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IdClubeCasa INT,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solta no meio da coluna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GolsCasa INT, GolsCasa INT,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GolsCasa INT, GolsFora INT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Coluna duplicada: nome repetido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''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(linha removida)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Aspas soltas entre os comandos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de corrigir o nome, o erro de 'tabela já existe' some.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Campeonato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5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0116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IdCampeonato INT PRIMARY KEY,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IdCampeonato INT PRIMARY KEY IDENTITY(1,1),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Faltava IDENTITY; Partida e Clube usam esse 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NumeroTimes INT(8;),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NumeroTimes INT,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 não recebe tamanho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Rodadas INT INT,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Rodadas INT,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escrito duas vezes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corrigido rodando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executamos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o SQL Server Management Studio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Colar Banco_PJ_corrigido.sql e executar (F5)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DATABASE PJ e USE PJ rodam primeiro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5 tabelas são criadas sem erro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Conferir: SELECT name FROM </a:t>
            </a:r>
            <a:r>
              <a:rPr lang="en-US" sz="1300" dirty="0" err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sys.tables</a:t>
            </a: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</a:p>
          <a:p>
            <a:pPr algn="ctr">
              <a:spcAft>
                <a:spcPts val="600"/>
              </a:spcAft>
              <a:buSzPct val="100000"/>
            </a:pPr>
            <a:endParaRPr lang="en-US" sz="1300" dirty="0">
              <a:solidFill>
                <a:srgbClr val="222222"/>
              </a:solidFill>
              <a:latin typeface="Arial" pitchFamily="34" charset="0"/>
              <a:cs typeface="Arial" pitchFamily="34" charset="-120"/>
            </a:endParaRPr>
          </a:p>
          <a:p>
            <a:pPr algn="ctr">
              <a:spcAft>
                <a:spcPts val="600"/>
              </a:spcAft>
              <a:buSzPct val="100000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cs typeface="Arial" pitchFamily="34" charset="-120"/>
              </a:rPr>
              <a:t>(Extra: </a:t>
            </a:r>
            <a:r>
              <a:rPr lang="en-US" sz="1300" dirty="0" err="1">
                <a:solidFill>
                  <a:srgbClr val="222222"/>
                </a:solidFill>
                <a:latin typeface="Arial" pitchFamily="34" charset="0"/>
                <a:cs typeface="Arial" pitchFamily="34" charset="-120"/>
              </a:rPr>
              <a:t>Utilizar</a:t>
            </a:r>
            <a:r>
              <a:rPr lang="en-US" sz="1300" dirty="0">
                <a:solidFill>
                  <a:srgbClr val="222222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300" dirty="0" err="1">
                <a:solidFill>
                  <a:srgbClr val="222222"/>
                </a:solidFill>
                <a:latin typeface="Arial" pitchFamily="34" charset="0"/>
                <a:cs typeface="Arial" pitchFamily="34" charset="-120"/>
              </a:rPr>
              <a:t>alguns</a:t>
            </a:r>
            <a:r>
              <a:rPr lang="en-US" sz="1300" dirty="0">
                <a:solidFill>
                  <a:srgbClr val="222222"/>
                </a:solidFill>
                <a:latin typeface="Arial" pitchFamily="34" charset="0"/>
                <a:cs typeface="Arial" pitchFamily="34" charset="-120"/>
              </a:rPr>
              <a:t> inserts para teste)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097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erro que encontramos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08760"/>
          <a:ext cx="3931920" cy="2389632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Digitação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CREAT, TALE, INT 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Palavras soltas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 CREATE, aspas ''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Parênteses e aspas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VARCHAR(20, / ((10) / '20'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de palavra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KEY, IDENTITY(1,1), vírgula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Valores inválidos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VARCHAR(-60), tamanho gigante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Nomes repetidos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Estadio 2x, GolsCasa 2x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5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banco PJ criado com 5 tabelas e sem erros.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573</Words>
  <Application>Microsoft Office PowerPoint</Application>
  <PresentationFormat>Apresentação na tela (16:9)</PresentationFormat>
  <Paragraphs>135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0" baseType="lpstr">
      <vt:lpstr>Arial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vinicin</cp:lastModifiedBy>
  <cp:revision>7</cp:revision>
  <dcterms:created xsi:type="dcterms:W3CDTF">2026-09-30T19:23:34Z</dcterms:created>
  <dcterms:modified xsi:type="dcterms:W3CDTF">2026-10-01T19:23:18Z</dcterms:modified>
</cp:coreProperties>
</file>