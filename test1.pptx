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44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com erros: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quebrado ao funcional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(T-SQL) · Banco PJ (futebol) · </a:t>
            </a:r>
            <a:r>
              <a:rPr lang="en-US" sz="1400" dirty="0" err="1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</a:t>
            </a:r>
            <a:r>
              <a:rPr lang="en-US" sz="14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encontrados e corrigidos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23774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Introdução, para que serve o banco e tabela Jogador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834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Clube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291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e IDENTITY e tabela Estadio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7490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 e relação entre as tabelas (chaves)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42062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Campeonato, script rodando e conclusão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 o banco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1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93776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Tabela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guarda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Campeonato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competições (times, rodadas, rebaixados)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times (nome, fundação, estádio)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locais dos jogos (cidade, capacidade)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Jogador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atletas (camisa, altura, pé preferido)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jogo (data, árbitro, gols)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conectam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5087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campeonato tem vários clubes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clube tem um estádio e vários jogadores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partida liga dois clubes dentro de um campeonato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do Brasileirão: Série A e Série B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Jogador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2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4023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--CREATE DATABASE PJ;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DATABASE PJ;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Criação do banco estava comentada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 TABLE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 de digitação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 PRIMARY KEY IDENTITY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tipo, (1,1) e a vírgula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não fechado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VARCHAR((10)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sobrando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  (sem ponto e vírgula)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 não terminado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CREATE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entre os comandos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Clube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2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930000"/>
              </p:ext>
            </p:extLst>
          </p:nvPr>
        </p:nvGraphicFramePr>
        <p:xfrm>
          <a:off x="457200" y="1051560"/>
          <a:ext cx="8229600" cy="3017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TALE (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Clube (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escrito errado e sem nome da tabela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 INT PRIMARY IDENTITY,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Faltavam KEY e o (1,1)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VARCHAR('20')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no tamanho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 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 solta: nome de coluna com espaço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VARCHAR(200000000000000000000)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VARCHAR(30)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absurdo (máx. 8000 ou MAX)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tabela guarda os IDs de Campeonato, Estadio e Afiliado.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e IDENTITY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IdJogador INT PRIMARY KEY IDENTITY(1,1)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(chave primária)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cada linha de forma única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pode repetir nem ficar vazia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duas palavras juntas: PRIMARY KEY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IDENTITY(1,1) (autoincremento)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SQL Server gera o valor sozinho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1: valor inicial. Segundo 1: de quanto em quanto aumenta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Sequência: 1, 2, 3...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deixa a coluna aceitar vazio. -- comenta o resto da linha.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Estadio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3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1508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 INT KEY IDENTITY,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PRIMARY e o (1,1)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VARCHAR(-60)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VARCHAR(60)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negativo não existe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 Fundacao INT (ano de fundação) não é erro, só um campo com o ano.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4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Estadio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Partida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repetido: Estadio já existia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 INT CREATE,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no meio da coluna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 INT, GolsCasa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 INT, GolsFora INT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Coluna duplicada: nome repetido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''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soltas entre os comandos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corrigir o nome, o erro de 'tabela já existe' some.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entre as tabelas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Colunas como IdClube e IdEstadio guardam o Id de outra tabela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FOREIGN KEY garante que esse Id existe na tabela de origem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888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estrangeira (dentro do CREATE TABLE)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IdClube INT,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FK_Jogador_Clube FOREIGN KEY (IdClube) REFERENCES Clube(IdClube)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Conferindo os dados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Clube;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Partida;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Auto-relações: IdAfiliado (clube parceiro) e IdSuperior/IdInferior (divisões)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5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896777"/>
              </p:ext>
            </p:extLst>
          </p:nvPr>
        </p:nvGraphicFramePr>
        <p:xfrm>
          <a:off x="457200" y="1051559"/>
          <a:ext cx="8229600" cy="2399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9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 INT PRIMARY KEY,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IDENTITY; Partida e Clube usam esse 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 INT(8;),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não recebe tamanho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escrito duas vezes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corrigido rodando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executamos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o SQL Server Management Studio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Banco e executar (F5)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PJ é criado do zero (CREATE DATABASE)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5 tabelas são criadas já com as chaves estrangeiras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inserts da Série A e B entram no mesmo script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com os SELECT no final do arquivo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erro que encontramos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931920" cy="23896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CREAT, TALE, INT 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Palavras soltas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CREATE, aspas ''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Parênteses e aspas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VARCHAR(20, / ((10) / '20'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de palavra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KEY, IDENTITY(1,1), vírgula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Valores inválidos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VARCHAR(-60), tamanho gigante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Nomes repetidos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Estadio 2x, GolsCasa 2x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5 tabelas, chaves estrangeiras e dados de teste.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862</Words>
  <Application>Microsoft Office PowerPoint</Application>
  <PresentationFormat>Apresentação na tela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vinicin</cp:lastModifiedBy>
  <cp:revision>10</cp:revision>
  <dcterms:created xsi:type="dcterms:W3CDTF">2026-10-06T01:34:26Z</dcterms:created>
  <dcterms:modified xsi:type="dcterms:W3CDTF">2026-10-06T13:41:19Z</dcterms:modified>
</cp:coreProperties>
</file>